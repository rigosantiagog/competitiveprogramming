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y conexiones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· Bloque 1 · Puntos, conexiones, caminos y conteo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0"/>
            <a:ext cx="1645920" cy="16459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3838" y="181599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Mapas de conexiones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detalles y observar solo quién se conecta con quién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Ciudades, computadoras o personas.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828800"/>
            <a:ext cx="548640" cy="5486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0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Rutas, cables o lazos de amistad.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197693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Trayectos que llevan de un punto a otro.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7208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CE8F6"/>
          </a:solidFill>
          <a:ln w="12700">
            <a:solidFill>
              <a:srgbClr val="ECE8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8E7FBF"/>
          </a:solidFill>
          <a:ln w="12700">
            <a:solidFill>
              <a:srgbClr val="8E7F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3" y="197693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037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rutas o conexiones hay.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Conexiones de dos sentidos y de un sentido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decide por dónde se puede viajar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sentidos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ruta de A a B, también la hay de B a A. Ejemplo: una calle de doble circulación.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sentido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 A a B no garantiza regresar de B a A. Ejemplo: una calle de sentido único.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 de un punto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cantidad de conexiones que llegan o salen de él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737360"/>
          <a:ext cx="5852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B y con 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con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A y con 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con 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con grado alto es un centro de conexiones importante.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Caminos y ciclos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lleva de un punto a otro; un ciclo regresa al punto de partida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conexiones consecutivas: A → B → C → 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cerrado: empieza y termina en el mismo punto sin repetir conexiones.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conectada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llegar de cualquier punto a cualquier otro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A–B, B–C, C–D y D–E. Se puede ir de A a E por A → B → C → D → E, así que la red está conectada.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red no está conectada, se divide en partes aisladas que no se comunican.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Árboles: la red mínima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 y sin ciclos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73736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n − 1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número de puntos; e = número de conexiones.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4 puntos se necesitan 3 conexiones. Si quitas una, la red se rompe. Si agregas una, aparece un ciclo.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6 computadoras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mínimo de cables sin formar ciclos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73736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6 − 1 = 5 cables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cable une dos computadoras y no debe cerrar un ciclo.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 cables las 6 computadoras quedan conectadas, y cada par tiene una única ruta.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Recorrer una 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 todos los puntos sin perder ninguno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un punto origen y anota los vecinos directos. Después, visita los vecinos de cada vecino.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visita de ejemplo: A → B → C → 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una lista de los puntos ya visitados para no regresar a los mismos.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más corta en un mapa pequeño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A–B, A–C y C–D: ¿cómo llegar de A a D?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posible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C → D: 2 conexiones. Es la única ruta de A a D en esta 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decidir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varias rutas, compara cuántas conexiones tiene cada una y elige la más corta.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Conteo de rutas por etapas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las opciones de cada etapa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73736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k₁ · k₂ = 3 · 2 = 6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 a B hay 3 conexiones (k₁ = 3). De B a C hay 2 conexiones (k₂ = 2).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red sin ciclos hay exactamente 1 camino entre cualquier par de puntos.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antes de la tarea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redes de un sentido con redes de dos sentidos: revisa la dirección de cada conexión.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 = n − 1 en una red con ciclos: la fórmula solo aplica a árboles.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con ciclos solo hay un camino: los ciclos crean rutas alternativas.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del tema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03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y conexiones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puntos son entidades y las conexiones unen pares de puntos.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conexiones que llegan o salen de un punto.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y ciclo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Camino: secuencia de conexiones. Ciclo: camino cerrado.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conectada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un camino entre cualquier par de puntos.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conectada sin ciclos: e = n − 1.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guiada 1 · Grado y conexidad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5 ciudades: A–B, B–C, C–D, D–E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Grados: A = 1, B = 2, C = 2, D = 2, E = 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Conexidad: sí, de A a E por A → B → C → D → E. La red está conectada.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guiada 2 · Cables mínimos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cables para 6 computadoras sin ciclos?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conectada sin ciclos es un árbol: e = n − 1.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 = 6: e = 6 − 1 = 5 cables.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independiente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Resuélvela en tu cuaderno y compara con la respuesta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Árbol de 4 puntos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caminos distintos hay entre dos puntos cualesquiera? Respuesta: 1, porque en un árbol la ruta es única.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¿Árbol o ciclo?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puntos conectados con 4 conexiones. Respuesta: no es un árbol, porque tiene un ciclo (un árbol con 4 puntos tiene 3 conexiones).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guiada 3 a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de comprobación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Rutas de A a D: 2 caminos; el más corto tiene 1 conexión.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Grado de B en la cadena: 2.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¿Camino de C a A en una red de un solo sentido? No.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Cinco casas: mínimo 4 cables; con 6 cables sobran 2.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Rutas por etapas: 4 · 3 · 2 = 24.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independiente 8 a 14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Resuélvela en tu cuaderno antes de revisar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Árbol con 9 conexiones: 10 puntos.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Red de 4 puntos con 4 conexiones: no es árbol.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8 puntos y 7 conexiones conectados: sí es árbol.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Nueve escuelas sin ciclos: 8 caminos.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 → B → C → A: sí es un ciclo.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Con A → B → C → A se puede ir de B a A: sí.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Viaje por etapas: 5 · 2 = 10 formas.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repaso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antes de pasar a la siguiente diapositiva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caracteriza a un árbol de n puntos? Respuesta: B. Es conectado, sin ciclos y tiene n − 1 conexiones.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¿Qué implica una red de un solo sentido? Respuesta: C. Ir de A a B no garantiza regresar de B a 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 · Redes y conexiones</dc:title>
  <dc:subject>PptxGenJS Presentation</dc:subject>
  <dc:creator>Club de programación Competitiva - BugSquad</dc:creator>
  <cp:lastModifiedBy>Club de programación Competitiva - BugSquad</cp:lastModifiedBy>
  <cp:revision>1</cp:revision>
  <dcterms:created xsi:type="dcterms:W3CDTF">2026-10-22T22:54:01Z</dcterms:created>
  <dcterms:modified xsi:type="dcterms:W3CDTF">2026-10-22T22:54:01Z</dcterms:modified>
</cp:coreProperties>
</file>